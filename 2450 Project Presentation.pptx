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EC5DB7-2F16-4EBE-BB7E-D93D58932723}">
  <a:tblStyle styleId="{6DEC5DB7-2F16-4EBE-BB7E-D93D589327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cb2c8c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9cb2c8c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9cb2c8c0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9cb2c8c0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9d88f06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9d88f06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9d88f06a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9d88f06a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cb2c8c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cb2c8c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cb2c8c0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9cb2c8c0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9cb2c8c0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9cb2c8c0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2450 Project Presentation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Manley and Jonah Hoff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Idea is to create a calendar with an integrated chat bot capable of scheduling events. This will be usable by anyone who is trying to create a plan or keep track of events. Having the chatbot will make scheduling less of a hassle. The calendar will operate like a regular calendar being able to add events, delete events, look at specific day’s events, or checking availability. On top of this the calendar will have a chatbot that can do these things for you but in natural language rather than filling out fields.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Architecture Discussion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1983925" y="105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{6DEC5DB7-2F16-4EBE-BB7E-D93D58932723}</a:tableStyleId>
              </a:tblPr>
              <a:tblGrid>
                <a:gridCol w="517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Main Classes</a:t>
                      </a:r>
                      <a:endParaRPr sz="1800" b="1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075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DataBase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Calendar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Chatbot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ChatGUI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CalendarView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Design and Architecture Discussion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4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{6DEC5DB7-2F16-4EBE-BB7E-D93D58932723}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</a:rPr>
                        <a:t>OOP principles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4290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Encapsulation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Data and operations in a single class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4290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Abstraction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User only sees essential features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Design and Architecture Discussion</a:t>
            </a:r>
            <a:endParaRPr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952500" y="1344225"/>
          <a:ext cx="7239000" cy="2455025"/>
        </p:xfrm>
        <a:graphic>
          <a:graphicData uri="http://schemas.openxmlformats.org/drawingml/2006/table">
            <a:tbl>
              <a:tblPr>
                <a:noFill/>
                <a:tableStyleId>{6DEC5DB7-2F16-4EBE-BB7E-D93D58932723}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</a:rPr>
                        <a:t>interactions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User -&gt; interacts -&gt; ChatGUI + CalendarView -&gt; Calendar + Chatbot -&gt; interact -&gt; DataBase -&gt; Data Changed -&gt; Calendar Updated -&gt; CalendarView Changed -&gt; User sees changes </a:t>
                      </a: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 and Engineering Choices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View Controller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Database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View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Calendar and Chatbot GUI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Controller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Calendar and Chatbot classes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Singleton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Calendar GUI is a singleton so there isn’t 40 windows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and Iteration Process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our testing has been Manual testing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Running code and ensuring it runs properly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far we have three automated tests using unittest.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the add/remove functions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900" y="2966325"/>
            <a:ext cx="6910199" cy="19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 and Future Work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retrospect we should have created more tests earlier on.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We still need to complete the following: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Implement the LLM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Add more tests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Add support for repeating events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Sharpen Visuals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On-screen Show (16:9)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2450 Project Presentation</vt:lpstr>
      <vt:lpstr>Project Overview</vt:lpstr>
      <vt:lpstr>Design and Architecture Discussion</vt:lpstr>
      <vt:lpstr>Design and Architecture Discussion</vt:lpstr>
      <vt:lpstr>Design and Architecture Discussion</vt:lpstr>
      <vt:lpstr>Design Patterns and Engineering Choices</vt:lpstr>
      <vt:lpstr>Testing and Iteration Process</vt:lpstr>
      <vt:lpstr>Reflection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Jonah Hoff</cp:lastModifiedBy>
  <cp:revision>1</cp:revision>
  <dcterms:modified xsi:type="dcterms:W3CDTF">2025-11-18T15:28:22Z</dcterms:modified>
</cp:coreProperties>
</file>